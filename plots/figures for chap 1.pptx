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F7F7F"/>
    <a:srgbClr val="FF6600"/>
    <a:srgbClr val="2C2C2C"/>
    <a:srgbClr val="008066"/>
    <a:srgbClr val="0068FF"/>
    <a:srgbClr val="00D400"/>
    <a:srgbClr val="FF2A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0C826-D168-49E7-91BC-B793EB236A58}" v="32" dt="2025-06-16T18:57:30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una Dworatzek" userId="08010626-cfae-46b3-b4e2-e09bb41a27b9" providerId="ADAL" clId="{7D40C826-D168-49E7-91BC-B793EB236A58}"/>
    <pc:docChg chg="undo redo custSel addSld modSld">
      <pc:chgData name="Shauna Dworatzek" userId="08010626-cfae-46b3-b4e2-e09bb41a27b9" providerId="ADAL" clId="{7D40C826-D168-49E7-91BC-B793EB236A58}" dt="2025-06-16T18:57:53.250" v="598" actId="208"/>
      <pc:docMkLst>
        <pc:docMk/>
      </pc:docMkLst>
      <pc:sldChg chg="addSp delSp modSp mod">
        <pc:chgData name="Shauna Dworatzek" userId="08010626-cfae-46b3-b4e2-e09bb41a27b9" providerId="ADAL" clId="{7D40C826-D168-49E7-91BC-B793EB236A58}" dt="2025-06-16T18:17:26.678" v="386" actId="1037"/>
        <pc:sldMkLst>
          <pc:docMk/>
          <pc:sldMk cId="1973199451" sldId="256"/>
        </pc:sldMkLst>
        <pc:spChg chg="mod">
          <ac:chgData name="Shauna Dworatzek" userId="08010626-cfae-46b3-b4e2-e09bb41a27b9" providerId="ADAL" clId="{7D40C826-D168-49E7-91BC-B793EB236A58}" dt="2025-06-16T18:17:17.697" v="381" actId="20577"/>
          <ac:spMkLst>
            <pc:docMk/>
            <pc:sldMk cId="1973199451" sldId="256"/>
            <ac:spMk id="20" creationId="{AFD88907-6AE7-E1A1-7AA6-3A8FC8E7368E}"/>
          </ac:spMkLst>
        </pc:spChg>
        <pc:spChg chg="mod">
          <ac:chgData name="Shauna Dworatzek" userId="08010626-cfae-46b3-b4e2-e09bb41a27b9" providerId="ADAL" clId="{7D40C826-D168-49E7-91BC-B793EB236A58}" dt="2025-06-09T18:35:28.116" v="136" actId="164"/>
          <ac:spMkLst>
            <pc:docMk/>
            <pc:sldMk cId="1973199451" sldId="256"/>
            <ac:spMk id="24" creationId="{E845A1CE-4C15-916E-4DE1-2D463EB4A4E2}"/>
          </ac:spMkLst>
        </pc:spChg>
        <pc:spChg chg="mod">
          <ac:chgData name="Shauna Dworatzek" userId="08010626-cfae-46b3-b4e2-e09bb41a27b9" providerId="ADAL" clId="{7D40C826-D168-49E7-91BC-B793EB236A58}" dt="2025-06-09T18:35:28.116" v="136" actId="164"/>
          <ac:spMkLst>
            <pc:docMk/>
            <pc:sldMk cId="1973199451" sldId="256"/>
            <ac:spMk id="25" creationId="{5F4849D9-CEC7-2CD4-EEC0-B478AF64E5C4}"/>
          </ac:spMkLst>
        </pc:spChg>
        <pc:grpChg chg="mod">
          <ac:chgData name="Shauna Dworatzek" userId="08010626-cfae-46b3-b4e2-e09bb41a27b9" providerId="ADAL" clId="{7D40C826-D168-49E7-91BC-B793EB236A58}" dt="2025-06-09T18:35:28.116" v="136" actId="164"/>
          <ac:grpSpMkLst>
            <pc:docMk/>
            <pc:sldMk cId="1973199451" sldId="256"/>
            <ac:grpSpMk id="22" creationId="{BA2C8B08-3D9A-46A1-D586-533BB250BC36}"/>
          </ac:grpSpMkLst>
        </pc:grpChg>
        <pc:grpChg chg="mod">
          <ac:chgData name="Shauna Dworatzek" userId="08010626-cfae-46b3-b4e2-e09bb41a27b9" providerId="ADAL" clId="{7D40C826-D168-49E7-91BC-B793EB236A58}" dt="2025-06-09T18:35:28.116" v="136" actId="164"/>
          <ac:grpSpMkLst>
            <pc:docMk/>
            <pc:sldMk cId="1973199451" sldId="256"/>
            <ac:grpSpMk id="23" creationId="{A34B8BAC-AF57-9BD6-B69A-66CD85335867}"/>
          </ac:grpSpMkLst>
        </pc:grpChg>
        <pc:grpChg chg="add mod">
          <ac:chgData name="Shauna Dworatzek" userId="08010626-cfae-46b3-b4e2-e09bb41a27b9" providerId="ADAL" clId="{7D40C826-D168-49E7-91BC-B793EB236A58}" dt="2025-06-09T18:35:28.116" v="136" actId="164"/>
          <ac:grpSpMkLst>
            <pc:docMk/>
            <pc:sldMk cId="1973199451" sldId="256"/>
            <ac:grpSpMk id="26" creationId="{42561A74-AE9C-BC6C-A863-41DA26103EF6}"/>
          </ac:grpSpMkLst>
        </pc:grpChg>
        <pc:picChg chg="add del mod">
          <ac:chgData name="Shauna Dworatzek" userId="08010626-cfae-46b3-b4e2-e09bb41a27b9" providerId="ADAL" clId="{7D40C826-D168-49E7-91BC-B793EB236A58}" dt="2025-06-16T18:12:52.406" v="319" actId="478"/>
          <ac:picMkLst>
            <pc:docMk/>
            <pc:sldMk cId="1973199451" sldId="256"/>
            <ac:picMk id="3" creationId="{007E8B7A-45E4-CDB5-368D-5A8429CD4241}"/>
          </ac:picMkLst>
        </pc:picChg>
        <pc:picChg chg="del">
          <ac:chgData name="Shauna Dworatzek" userId="08010626-cfae-46b3-b4e2-e09bb41a27b9" providerId="ADAL" clId="{7D40C826-D168-49E7-91BC-B793EB236A58}" dt="2025-06-16T18:12:36.917" v="313" actId="478"/>
          <ac:picMkLst>
            <pc:docMk/>
            <pc:sldMk cId="1973199451" sldId="256"/>
            <ac:picMk id="5" creationId="{D6F64D66-5907-130D-3CFA-E73FF07A76E5}"/>
          </ac:picMkLst>
        </pc:picChg>
        <pc:picChg chg="add mod modCrop">
          <ac:chgData name="Shauna Dworatzek" userId="08010626-cfae-46b3-b4e2-e09bb41a27b9" providerId="ADAL" clId="{7D40C826-D168-49E7-91BC-B793EB236A58}" dt="2025-06-16T18:15:18.290" v="341" actId="1035"/>
          <ac:picMkLst>
            <pc:docMk/>
            <pc:sldMk cId="1973199451" sldId="256"/>
            <ac:picMk id="6" creationId="{61576AAE-431D-28C7-E376-B5FB515FD10E}"/>
          </ac:picMkLst>
        </pc:picChg>
        <pc:picChg chg="del">
          <ac:chgData name="Shauna Dworatzek" userId="08010626-cfae-46b3-b4e2-e09bb41a27b9" providerId="ADAL" clId="{7D40C826-D168-49E7-91BC-B793EB236A58}" dt="2025-06-16T18:12:38.662" v="314" actId="478"/>
          <ac:picMkLst>
            <pc:docMk/>
            <pc:sldMk cId="1973199451" sldId="256"/>
            <ac:picMk id="8" creationId="{14F8087B-3E6C-7D13-EA0A-A700DC8060A2}"/>
          </ac:picMkLst>
        </pc:picChg>
        <pc:picChg chg="mod">
          <ac:chgData name="Shauna Dworatzek" userId="08010626-cfae-46b3-b4e2-e09bb41a27b9" providerId="ADAL" clId="{7D40C826-D168-49E7-91BC-B793EB236A58}" dt="2025-06-09T18:05:09.641" v="117"/>
          <ac:picMkLst>
            <pc:docMk/>
            <pc:sldMk cId="1973199451" sldId="256"/>
            <ac:picMk id="11" creationId="{C1421D76-A52A-9E82-3038-78BDA5B29D9B}"/>
          </ac:picMkLst>
        </pc:picChg>
        <pc:picChg chg="add mod modCrop">
          <ac:chgData name="Shauna Dworatzek" userId="08010626-cfae-46b3-b4e2-e09bb41a27b9" providerId="ADAL" clId="{7D40C826-D168-49E7-91BC-B793EB236A58}" dt="2025-06-16T18:17:26.678" v="386" actId="1037"/>
          <ac:picMkLst>
            <pc:docMk/>
            <pc:sldMk cId="1973199451" sldId="256"/>
            <ac:picMk id="15" creationId="{B25A9D06-A139-DAD4-95F2-839A150EB642}"/>
          </ac:picMkLst>
        </pc:picChg>
      </pc:sldChg>
      <pc:sldChg chg="addSp delSp modSp new mod">
        <pc:chgData name="Shauna Dworatzek" userId="08010626-cfae-46b3-b4e2-e09bb41a27b9" providerId="ADAL" clId="{7D40C826-D168-49E7-91BC-B793EB236A58}" dt="2025-06-16T18:29:07.647" v="549" actId="403"/>
        <pc:sldMkLst>
          <pc:docMk/>
          <pc:sldMk cId="605437202" sldId="257"/>
        </pc:sldMkLst>
        <pc:spChg chg="mod">
          <ac:chgData name="Shauna Dworatzek" userId="08010626-cfae-46b3-b4e2-e09bb41a27b9" providerId="ADAL" clId="{7D40C826-D168-49E7-91BC-B793EB236A58}" dt="2025-06-16T18:29:07.647" v="549" actId="403"/>
          <ac:spMkLst>
            <pc:docMk/>
            <pc:sldMk cId="605437202" sldId="257"/>
            <ac:spMk id="8" creationId="{39D3DD91-196C-2253-0786-4A1F12FFE58D}"/>
          </ac:spMkLst>
        </pc:spChg>
        <pc:spChg chg="add mod">
          <ac:chgData name="Shauna Dworatzek" userId="08010626-cfae-46b3-b4e2-e09bb41a27b9" providerId="ADAL" clId="{7D40C826-D168-49E7-91BC-B793EB236A58}" dt="2025-06-16T18:28:52.479" v="530" actId="403"/>
          <ac:spMkLst>
            <pc:docMk/>
            <pc:sldMk cId="605437202" sldId="257"/>
            <ac:spMk id="9" creationId="{22A1E9D3-2CAC-01BA-E65F-A2DA05473C39}"/>
          </ac:spMkLst>
        </pc:spChg>
        <pc:spChg chg="add mod">
          <ac:chgData name="Shauna Dworatzek" userId="08010626-cfae-46b3-b4e2-e09bb41a27b9" providerId="ADAL" clId="{7D40C826-D168-49E7-91BC-B793EB236A58}" dt="2025-06-16T18:28:52.479" v="530" actId="403"/>
          <ac:spMkLst>
            <pc:docMk/>
            <pc:sldMk cId="605437202" sldId="257"/>
            <ac:spMk id="10" creationId="{74CD6457-7703-9FC7-052B-140CB41BC429}"/>
          </ac:spMkLst>
        </pc:spChg>
        <pc:spChg chg="add mod">
          <ac:chgData name="Shauna Dworatzek" userId="08010626-cfae-46b3-b4e2-e09bb41a27b9" providerId="ADAL" clId="{7D40C826-D168-49E7-91BC-B793EB236A58}" dt="2025-06-16T18:28:52.479" v="530" actId="403"/>
          <ac:spMkLst>
            <pc:docMk/>
            <pc:sldMk cId="605437202" sldId="257"/>
            <ac:spMk id="12" creationId="{DE2FF673-9A98-C3E8-3AD3-B39CD053EDFE}"/>
          </ac:spMkLst>
        </pc:spChg>
        <pc:grpChg chg="add mod">
          <ac:chgData name="Shauna Dworatzek" userId="08010626-cfae-46b3-b4e2-e09bb41a27b9" providerId="ADAL" clId="{7D40C826-D168-49E7-91BC-B793EB236A58}" dt="2025-06-10T14:05:45.148" v="230"/>
          <ac:grpSpMkLst>
            <pc:docMk/>
            <pc:sldMk cId="605437202" sldId="257"/>
            <ac:grpSpMk id="6" creationId="{3047B134-0684-B0A8-CD62-C8525003BE2D}"/>
          </ac:grpSpMkLst>
        </pc:grpChg>
        <pc:grpChg chg="add mod">
          <ac:chgData name="Shauna Dworatzek" userId="08010626-cfae-46b3-b4e2-e09bb41a27b9" providerId="ADAL" clId="{7D40C826-D168-49E7-91BC-B793EB236A58}" dt="2025-06-10T14:05:45.148" v="230"/>
          <ac:grpSpMkLst>
            <pc:docMk/>
            <pc:sldMk cId="605437202" sldId="257"/>
            <ac:grpSpMk id="11" creationId="{EFCB1D55-A848-19D4-9BEE-F08AD9FC0A93}"/>
          </ac:grpSpMkLst>
        </pc:grpChg>
        <pc:grpChg chg="add mod ord">
          <ac:chgData name="Shauna Dworatzek" userId="08010626-cfae-46b3-b4e2-e09bb41a27b9" providerId="ADAL" clId="{7D40C826-D168-49E7-91BC-B793EB236A58}" dt="2025-06-16T18:29:02.221" v="548" actId="1037"/>
          <ac:grpSpMkLst>
            <pc:docMk/>
            <pc:sldMk cId="605437202" sldId="257"/>
            <ac:grpSpMk id="15" creationId="{FABF625C-B335-6246-12A4-A9E3E1EDD9A4}"/>
          </ac:grpSpMkLst>
        </pc:grpChg>
        <pc:picChg chg="add mod modCrop">
          <ac:chgData name="Shauna Dworatzek" userId="08010626-cfae-46b3-b4e2-e09bb41a27b9" providerId="ADAL" clId="{7D40C826-D168-49E7-91BC-B793EB236A58}" dt="2025-06-16T18:27:02.367" v="478" actId="1036"/>
          <ac:picMkLst>
            <pc:docMk/>
            <pc:sldMk cId="605437202" sldId="257"/>
            <ac:picMk id="3" creationId="{93094F10-EF6C-BF2B-29DB-1F507329F890}"/>
          </ac:picMkLst>
        </pc:picChg>
        <pc:picChg chg="mod">
          <ac:chgData name="Shauna Dworatzek" userId="08010626-cfae-46b3-b4e2-e09bb41a27b9" providerId="ADAL" clId="{7D40C826-D168-49E7-91BC-B793EB236A58}" dt="2025-06-10T14:05:45.148" v="230"/>
          <ac:picMkLst>
            <pc:docMk/>
            <pc:sldMk cId="605437202" sldId="257"/>
            <ac:picMk id="7" creationId="{9DAC00BC-BD4A-E0F5-7233-6B9B2989C922}"/>
          </ac:picMkLst>
        </pc:picChg>
        <pc:picChg chg="add del mod ord modCrop">
          <ac:chgData name="Shauna Dworatzek" userId="08010626-cfae-46b3-b4e2-e09bb41a27b9" providerId="ADAL" clId="{7D40C826-D168-49E7-91BC-B793EB236A58}" dt="2025-06-16T18:26:30.717" v="450" actId="478"/>
          <ac:picMkLst>
            <pc:docMk/>
            <pc:sldMk cId="605437202" sldId="257"/>
            <ac:picMk id="19" creationId="{7D3C47C8-C76B-9447-CA5B-B0D14FD68C53}"/>
          </ac:picMkLst>
        </pc:picChg>
      </pc:sldChg>
      <pc:sldChg chg="addSp delSp modSp new mod">
        <pc:chgData name="Shauna Dworatzek" userId="08010626-cfae-46b3-b4e2-e09bb41a27b9" providerId="ADAL" clId="{7D40C826-D168-49E7-91BC-B793EB236A58}" dt="2025-06-16T18:20:32.514" v="449" actId="1035"/>
        <pc:sldMkLst>
          <pc:docMk/>
          <pc:sldMk cId="3301582123" sldId="258"/>
        </pc:sldMkLst>
        <pc:spChg chg="mod">
          <ac:chgData name="Shauna Dworatzek" userId="08010626-cfae-46b3-b4e2-e09bb41a27b9" providerId="ADAL" clId="{7D40C826-D168-49E7-91BC-B793EB236A58}" dt="2025-06-16T18:20:32.514" v="449" actId="1035"/>
          <ac:spMkLst>
            <pc:docMk/>
            <pc:sldMk cId="3301582123" sldId="258"/>
            <ac:spMk id="23" creationId="{565F9C4B-DAE5-AE19-A79F-44D32398A7BF}"/>
          </ac:spMkLst>
        </pc:spChg>
        <pc:spChg chg="mod">
          <ac:chgData name="Shauna Dworatzek" userId="08010626-cfae-46b3-b4e2-e09bb41a27b9" providerId="ADAL" clId="{7D40C826-D168-49E7-91BC-B793EB236A58}" dt="2025-06-16T18:20:26.701" v="447" actId="14100"/>
          <ac:spMkLst>
            <pc:docMk/>
            <pc:sldMk cId="3301582123" sldId="258"/>
            <ac:spMk id="24" creationId="{F328FF2A-E4F8-7A01-E496-5C7F0D4D064C}"/>
          </ac:spMkLst>
        </pc:spChg>
        <pc:spChg chg="mod">
          <ac:chgData name="Shauna Dworatzek" userId="08010626-cfae-46b3-b4e2-e09bb41a27b9" providerId="ADAL" clId="{7D40C826-D168-49E7-91BC-B793EB236A58}" dt="2025-06-09T18:35:31.041" v="137"/>
          <ac:spMkLst>
            <pc:docMk/>
            <pc:sldMk cId="3301582123" sldId="258"/>
            <ac:spMk id="26" creationId="{7B22590C-4848-1A2D-48EB-6FC706CE4C32}"/>
          </ac:spMkLst>
        </pc:spChg>
        <pc:spChg chg="mod">
          <ac:chgData name="Shauna Dworatzek" userId="08010626-cfae-46b3-b4e2-e09bb41a27b9" providerId="ADAL" clId="{7D40C826-D168-49E7-91BC-B793EB236A58}" dt="2025-06-09T18:35:31.041" v="137"/>
          <ac:spMkLst>
            <pc:docMk/>
            <pc:sldMk cId="3301582123" sldId="258"/>
            <ac:spMk id="28" creationId="{D5497B4F-99F6-F153-2CF7-034C1F15F061}"/>
          </ac:spMkLst>
        </pc:spChg>
        <pc:spChg chg="mod">
          <ac:chgData name="Shauna Dworatzek" userId="08010626-cfae-46b3-b4e2-e09bb41a27b9" providerId="ADAL" clId="{7D40C826-D168-49E7-91BC-B793EB236A58}" dt="2025-06-09T18:35:31.041" v="137"/>
          <ac:spMkLst>
            <pc:docMk/>
            <pc:sldMk cId="3301582123" sldId="258"/>
            <ac:spMk id="30" creationId="{7953B5CA-7439-A0B9-A1C0-1C384F81654C}"/>
          </ac:spMkLst>
        </pc:spChg>
        <pc:spChg chg="mod">
          <ac:chgData name="Shauna Dworatzek" userId="08010626-cfae-46b3-b4e2-e09bb41a27b9" providerId="ADAL" clId="{7D40C826-D168-49E7-91BC-B793EB236A58}" dt="2025-06-09T18:35:31.041" v="137"/>
          <ac:spMkLst>
            <pc:docMk/>
            <pc:sldMk cId="3301582123" sldId="258"/>
            <ac:spMk id="31" creationId="{3A87F7C9-2585-E826-FF4C-26CD5E5FD3E8}"/>
          </ac:spMkLst>
        </pc:spChg>
        <pc:spChg chg="mod">
          <ac:chgData name="Shauna Dworatzek" userId="08010626-cfae-46b3-b4e2-e09bb41a27b9" providerId="ADAL" clId="{7D40C826-D168-49E7-91BC-B793EB236A58}" dt="2025-06-09T18:35:31.041" v="137"/>
          <ac:spMkLst>
            <pc:docMk/>
            <pc:sldMk cId="3301582123" sldId="258"/>
            <ac:spMk id="32" creationId="{A2A09F11-6B7E-82FB-B006-23AE85CB0A11}"/>
          </ac:spMkLst>
        </pc:spChg>
        <pc:spChg chg="mod">
          <ac:chgData name="Shauna Dworatzek" userId="08010626-cfae-46b3-b4e2-e09bb41a27b9" providerId="ADAL" clId="{7D40C826-D168-49E7-91BC-B793EB236A58}" dt="2025-06-16T18:20:07.310" v="445" actId="20577"/>
          <ac:spMkLst>
            <pc:docMk/>
            <pc:sldMk cId="3301582123" sldId="258"/>
            <ac:spMk id="34" creationId="{2D9B364B-164B-8F14-6423-DF7597D5F41B}"/>
          </ac:spMkLst>
        </pc:spChg>
        <pc:grpChg chg="mod">
          <ac:chgData name="Shauna Dworatzek" userId="08010626-cfae-46b3-b4e2-e09bb41a27b9" providerId="ADAL" clId="{7D40C826-D168-49E7-91BC-B793EB236A58}" dt="2025-06-09T18:35:33.596" v="138" actId="1076"/>
          <ac:grpSpMkLst>
            <pc:docMk/>
            <pc:sldMk cId="3301582123" sldId="258"/>
            <ac:grpSpMk id="20" creationId="{16321765-0528-BCE5-61A1-0BF9179C9BA6}"/>
          </ac:grpSpMkLst>
        </pc:grpChg>
        <pc:grpChg chg="mod">
          <ac:chgData name="Shauna Dworatzek" userId="08010626-cfae-46b3-b4e2-e09bb41a27b9" providerId="ADAL" clId="{7D40C826-D168-49E7-91BC-B793EB236A58}" dt="2025-06-09T18:35:31.041" v="137"/>
          <ac:grpSpMkLst>
            <pc:docMk/>
            <pc:sldMk cId="3301582123" sldId="258"/>
            <ac:grpSpMk id="25" creationId="{721A3A8B-357F-E3BD-9C7D-B7E8CD06E0B3}"/>
          </ac:grpSpMkLst>
        </pc:grpChg>
        <pc:picChg chg="add del mod">
          <ac:chgData name="Shauna Dworatzek" userId="08010626-cfae-46b3-b4e2-e09bb41a27b9" providerId="ADAL" clId="{7D40C826-D168-49E7-91BC-B793EB236A58}" dt="2025-06-16T18:18:20.247" v="391" actId="478"/>
          <ac:picMkLst>
            <pc:docMk/>
            <pc:sldMk cId="3301582123" sldId="258"/>
            <ac:picMk id="3" creationId="{66BEE55B-0C35-9CFC-D702-824BEE38E9B9}"/>
          </ac:picMkLst>
        </pc:picChg>
        <pc:picChg chg="add mod">
          <ac:chgData name="Shauna Dworatzek" userId="08010626-cfae-46b3-b4e2-e09bb41a27b9" providerId="ADAL" clId="{7D40C826-D168-49E7-91BC-B793EB236A58}" dt="2025-06-16T18:19:03.903" v="396" actId="931"/>
          <ac:picMkLst>
            <pc:docMk/>
            <pc:sldMk cId="3301582123" sldId="258"/>
            <ac:picMk id="5" creationId="{B17C57DA-6036-ABC5-A6DC-BF98C7654963}"/>
          </ac:picMkLst>
        </pc:picChg>
        <pc:picChg chg="add del mod modCrop">
          <ac:chgData name="Shauna Dworatzek" userId="08010626-cfae-46b3-b4e2-e09bb41a27b9" providerId="ADAL" clId="{7D40C826-D168-49E7-91BC-B793EB236A58}" dt="2025-06-16T18:18:10.450" v="387" actId="478"/>
          <ac:picMkLst>
            <pc:docMk/>
            <pc:sldMk cId="3301582123" sldId="258"/>
            <ac:picMk id="7" creationId="{06043420-35BE-5C42-9986-589D405D874E}"/>
          </ac:picMkLst>
        </pc:picChg>
        <pc:picChg chg="add mod modCrop">
          <ac:chgData name="Shauna Dworatzek" userId="08010626-cfae-46b3-b4e2-e09bb41a27b9" providerId="ADAL" clId="{7D40C826-D168-49E7-91BC-B793EB236A58}" dt="2025-06-16T18:19:32.120" v="408" actId="1076"/>
          <ac:picMkLst>
            <pc:docMk/>
            <pc:sldMk cId="3301582123" sldId="258"/>
            <ac:picMk id="8" creationId="{20548248-C67C-9581-0663-FA4000EBF9FF}"/>
          </ac:picMkLst>
        </pc:picChg>
        <pc:picChg chg="mod modCrop">
          <ac:chgData name="Shauna Dworatzek" userId="08010626-cfae-46b3-b4e2-e09bb41a27b9" providerId="ADAL" clId="{7D40C826-D168-49E7-91BC-B793EB236A58}" dt="2025-06-16T18:20:21.532" v="446" actId="732"/>
          <ac:picMkLst>
            <pc:docMk/>
            <pc:sldMk cId="3301582123" sldId="258"/>
            <ac:picMk id="33" creationId="{06D7665C-08A2-AC43-5067-F124F0E8F4FA}"/>
          </ac:picMkLst>
        </pc:picChg>
      </pc:sldChg>
      <pc:sldChg chg="addSp delSp modSp new mod">
        <pc:chgData name="Shauna Dworatzek" userId="08010626-cfae-46b3-b4e2-e09bb41a27b9" providerId="ADAL" clId="{7D40C826-D168-49E7-91BC-B793EB236A58}" dt="2025-06-10T13:41:01.788" v="171" actId="1037"/>
        <pc:sldMkLst>
          <pc:docMk/>
          <pc:sldMk cId="1724054694" sldId="259"/>
        </pc:sldMkLst>
        <pc:spChg chg="add mod">
          <ac:chgData name="Shauna Dworatzek" userId="08010626-cfae-46b3-b4e2-e09bb41a27b9" providerId="ADAL" clId="{7D40C826-D168-49E7-91BC-B793EB236A58}" dt="2025-06-10T13:40:48.423" v="166" actId="1037"/>
          <ac:spMkLst>
            <pc:docMk/>
            <pc:sldMk cId="1724054694" sldId="259"/>
            <ac:spMk id="6" creationId="{DE691CB0-B916-11E3-3FB3-FEF16F63B5E0}"/>
          </ac:spMkLst>
        </pc:spChg>
        <pc:spChg chg="add mod">
          <ac:chgData name="Shauna Dworatzek" userId="08010626-cfae-46b3-b4e2-e09bb41a27b9" providerId="ADAL" clId="{7D40C826-D168-49E7-91BC-B793EB236A58}" dt="2025-06-10T13:41:01.788" v="171" actId="1037"/>
          <ac:spMkLst>
            <pc:docMk/>
            <pc:sldMk cId="1724054694" sldId="259"/>
            <ac:spMk id="7" creationId="{7170A1A7-3B80-B36E-0A83-CA83ACD24DD3}"/>
          </ac:spMkLst>
        </pc:spChg>
        <pc:picChg chg="add mod">
          <ac:chgData name="Shauna Dworatzek" userId="08010626-cfae-46b3-b4e2-e09bb41a27b9" providerId="ADAL" clId="{7D40C826-D168-49E7-91BC-B793EB236A58}" dt="2025-06-10T13:40:17.135" v="155" actId="962"/>
          <ac:picMkLst>
            <pc:docMk/>
            <pc:sldMk cId="1724054694" sldId="259"/>
            <ac:picMk id="5" creationId="{77F17B78-C9D0-E45A-B2FA-A43E70ED55C3}"/>
          </ac:picMkLst>
        </pc:picChg>
      </pc:sldChg>
      <pc:sldChg chg="addSp delSp modSp new mod">
        <pc:chgData name="Shauna Dworatzek" userId="08010626-cfae-46b3-b4e2-e09bb41a27b9" providerId="ADAL" clId="{7D40C826-D168-49E7-91BC-B793EB236A58}" dt="2025-06-16T18:57:53.250" v="598" actId="208"/>
        <pc:sldMkLst>
          <pc:docMk/>
          <pc:sldMk cId="143438757" sldId="260"/>
        </pc:sldMkLst>
        <pc:spChg chg="mod">
          <ac:chgData name="Shauna Dworatzek" userId="08010626-cfae-46b3-b4e2-e09bb41a27b9" providerId="ADAL" clId="{7D40C826-D168-49E7-91BC-B793EB236A58}" dt="2025-06-16T18:49:22.447" v="584" actId="1076"/>
          <ac:spMkLst>
            <pc:docMk/>
            <pc:sldMk cId="143438757" sldId="260"/>
            <ac:spMk id="8" creationId="{3BDC8D67-75AC-3C16-1D88-97CAE62A2731}"/>
          </ac:spMkLst>
        </pc:spChg>
        <pc:spChg chg="mod">
          <ac:chgData name="Shauna Dworatzek" userId="08010626-cfae-46b3-b4e2-e09bb41a27b9" providerId="ADAL" clId="{7D40C826-D168-49E7-91BC-B793EB236A58}" dt="2025-06-16T18:48:54.483" v="571" actId="207"/>
          <ac:spMkLst>
            <pc:docMk/>
            <pc:sldMk cId="143438757" sldId="260"/>
            <ac:spMk id="10" creationId="{4387F39C-678E-FC3B-76AC-651B3CA20F7E}"/>
          </ac:spMkLst>
        </pc:spChg>
        <pc:spChg chg="mod">
          <ac:chgData name="Shauna Dworatzek" userId="08010626-cfae-46b3-b4e2-e09bb41a27b9" providerId="ADAL" clId="{7D40C826-D168-49E7-91BC-B793EB236A58}" dt="2025-06-16T18:49:06.553" v="580" actId="20577"/>
          <ac:spMkLst>
            <pc:docMk/>
            <pc:sldMk cId="143438757" sldId="260"/>
            <ac:spMk id="11" creationId="{3833E6A7-0D91-0495-4B81-251E14997466}"/>
          </ac:spMkLst>
        </pc:spChg>
        <pc:spChg chg="mod">
          <ac:chgData name="Shauna Dworatzek" userId="08010626-cfae-46b3-b4e2-e09bb41a27b9" providerId="ADAL" clId="{7D40C826-D168-49E7-91BC-B793EB236A58}" dt="2025-06-16T18:48:29.908" v="567"/>
          <ac:spMkLst>
            <pc:docMk/>
            <pc:sldMk cId="143438757" sldId="260"/>
            <ac:spMk id="13" creationId="{CFB4342A-C620-1422-8413-5F9CE0933FB1}"/>
          </ac:spMkLst>
        </pc:spChg>
        <pc:spChg chg="add mod">
          <ac:chgData name="Shauna Dworatzek" userId="08010626-cfae-46b3-b4e2-e09bb41a27b9" providerId="ADAL" clId="{7D40C826-D168-49E7-91BC-B793EB236A58}" dt="2025-06-16T18:57:53.250" v="598" actId="208"/>
          <ac:spMkLst>
            <pc:docMk/>
            <pc:sldMk cId="143438757" sldId="260"/>
            <ac:spMk id="16" creationId="{5D34A9F5-606C-2D8D-720E-8558AB7AE20E}"/>
          </ac:spMkLst>
        </pc:spChg>
        <pc:grpChg chg="add del mod">
          <ac:chgData name="Shauna Dworatzek" userId="08010626-cfae-46b3-b4e2-e09bb41a27b9" providerId="ADAL" clId="{7D40C826-D168-49E7-91BC-B793EB236A58}" dt="2025-06-16T18:57:23.157" v="585" actId="478"/>
          <ac:grpSpMkLst>
            <pc:docMk/>
            <pc:sldMk cId="143438757" sldId="260"/>
            <ac:grpSpMk id="6" creationId="{40F36D0C-96B6-8A27-066A-C29B903991C8}"/>
          </ac:grpSpMkLst>
        </pc:grpChg>
        <pc:grpChg chg="mod">
          <ac:chgData name="Shauna Dworatzek" userId="08010626-cfae-46b3-b4e2-e09bb41a27b9" providerId="ADAL" clId="{7D40C826-D168-49E7-91BC-B793EB236A58}" dt="2025-06-16T18:48:29.908" v="567"/>
          <ac:grpSpMkLst>
            <pc:docMk/>
            <pc:sldMk cId="143438757" sldId="260"/>
            <ac:grpSpMk id="7" creationId="{9C65B48C-9C8F-F8A0-4CC1-116E940964DF}"/>
          </ac:grpSpMkLst>
        </pc:grpChg>
        <pc:grpChg chg="mod">
          <ac:chgData name="Shauna Dworatzek" userId="08010626-cfae-46b3-b4e2-e09bb41a27b9" providerId="ADAL" clId="{7D40C826-D168-49E7-91BC-B793EB236A58}" dt="2025-06-16T18:48:29.908" v="567"/>
          <ac:grpSpMkLst>
            <pc:docMk/>
            <pc:sldMk cId="143438757" sldId="260"/>
            <ac:grpSpMk id="9" creationId="{3A666D75-7802-1331-8F04-5CB636F93B3E}"/>
          </ac:grpSpMkLst>
        </pc:grpChg>
        <pc:picChg chg="add del mod">
          <ac:chgData name="Shauna Dworatzek" userId="08010626-cfae-46b3-b4e2-e09bb41a27b9" providerId="ADAL" clId="{7D40C826-D168-49E7-91BC-B793EB236A58}" dt="2025-06-16T18:47:47.527" v="558" actId="478"/>
          <ac:picMkLst>
            <pc:docMk/>
            <pc:sldMk cId="143438757" sldId="260"/>
            <ac:picMk id="3" creationId="{4B7EFE23-7655-0C0D-EE0B-60B8D4C38C65}"/>
          </ac:picMkLst>
        </pc:picChg>
        <pc:picChg chg="add del mod modCrop">
          <ac:chgData name="Shauna Dworatzek" userId="08010626-cfae-46b3-b4e2-e09bb41a27b9" providerId="ADAL" clId="{7D40C826-D168-49E7-91BC-B793EB236A58}" dt="2025-06-16T18:57:24.477" v="586" actId="478"/>
          <ac:picMkLst>
            <pc:docMk/>
            <pc:sldMk cId="143438757" sldId="260"/>
            <ac:picMk id="5" creationId="{715BC2B1-84F2-6B50-DA8E-A6081A0A5483}"/>
          </ac:picMkLst>
        </pc:picChg>
        <pc:picChg chg="mod">
          <ac:chgData name="Shauna Dworatzek" userId="08010626-cfae-46b3-b4e2-e09bb41a27b9" providerId="ADAL" clId="{7D40C826-D168-49E7-91BC-B793EB236A58}" dt="2025-06-16T18:48:29.908" v="567"/>
          <ac:picMkLst>
            <pc:docMk/>
            <pc:sldMk cId="143438757" sldId="260"/>
            <ac:picMk id="12" creationId="{9EE98BE4-60A4-8362-8BC0-031808F9BE8C}"/>
          </ac:picMkLst>
        </pc:picChg>
        <pc:picChg chg="add mod">
          <ac:chgData name="Shauna Dworatzek" userId="08010626-cfae-46b3-b4e2-e09bb41a27b9" providerId="ADAL" clId="{7D40C826-D168-49E7-91BC-B793EB236A58}" dt="2025-06-16T18:57:43.844" v="595" actId="1076"/>
          <ac:picMkLst>
            <pc:docMk/>
            <pc:sldMk cId="143438757" sldId="260"/>
            <ac:picMk id="15" creationId="{B6B9FB58-D19E-E315-D735-37B2FA3E89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57F3-F020-6C65-FF96-9205A3DD3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890CF-E5FD-6E1E-3853-0935363D0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74256-F636-9180-4377-10A9A0DB9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6EFC-C100-4B10-861C-C1DB67FD09B2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5124D-58FE-ABD4-CD07-254DE6348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37044-D1C2-96D3-F750-D777C5A14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23795-67B1-4B32-BCCB-9895D64EC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635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EC8B-0483-6561-8462-1675E14DE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61D9A-DD87-9486-8CF0-71E389A6F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49900-B4B8-DCF3-F954-4CB8F07EA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6EFC-C100-4B10-861C-C1DB67FD09B2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578F8-C819-CD55-F7E5-8B5EAF4C3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0FD06-C00A-2E1B-C2A4-7C5C900F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23795-67B1-4B32-BCCB-9895D64EC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4111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C3EE5-8657-DAFC-053E-FB6EC25E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2919D-BF65-8361-609F-56E34B015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9A037-E83A-C38B-4BA7-10C563168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6EFC-C100-4B10-861C-C1DB67FD09B2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93C76-2807-8BCD-2FDC-0E9D4E25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4854D-00ED-CEC3-80AA-BFAFDD09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23795-67B1-4B32-BCCB-9895D64EC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474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9C94-5960-5CAD-87FC-4D5E8D5C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5F8DF-6ABB-85A0-F632-73499ACC11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68509-9B45-BA28-2963-C7F565893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D7373-F970-2F35-9F7D-9C7F810F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6EFC-C100-4B10-861C-C1DB67FD09B2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58E7C-1859-AEB4-1592-0B3DD2F9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1E4B4-C909-341D-A7CA-C63487C9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23795-67B1-4B32-BCCB-9895D64EC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621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3445C-B9F0-4679-F76C-BE9F7196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506DD-F6B1-DFAE-BDB1-F4B077E08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EFC29-156E-5D2F-0CC4-46C91DDF7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D670B-2516-8822-8936-699FD59B4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B68B62-9D3A-B7E3-E2F5-0B5FEAE28D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67D9BB-E1DD-9522-D987-A5245987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6EFC-C100-4B10-861C-C1DB67FD09B2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29B2F-EBB0-EFDB-4EE9-02362F016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62110-37C9-3C92-B4F8-F64C7CF2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23795-67B1-4B32-BCCB-9895D64EC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926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C9089-3953-13E4-391F-867639D0A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B2883-83CB-0621-854D-F9A8941F8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6EFC-C100-4B10-861C-C1DB67FD09B2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20488-171D-BB85-8226-5D22E6A3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67408-2485-9E76-A463-23B5F44FF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23795-67B1-4B32-BCCB-9895D64EC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320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CB6278-4869-F7DC-2233-77938F6E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6EFC-C100-4B10-861C-C1DB67FD09B2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E2D798-C3E9-32A7-5450-69D6F943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A9548-3E48-D8B0-35E7-54FA9D9D8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23795-67B1-4B32-BCCB-9895D64EC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960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010D6-0CC0-005F-BCAB-4E4178FD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8B630-25E6-49B0-062F-39C20AA29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BCA48-BA81-BB64-6AA5-0A216EEA8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23874-4616-9AE1-A3C4-43754DF4C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6EFC-C100-4B10-861C-C1DB67FD09B2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1AA55-C27F-38F2-D041-4C00A76AD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D07BF-5B61-12AE-F7D9-8996A330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23795-67B1-4B32-BCCB-9895D64EC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413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1DDE-559F-F598-D9DE-596E40B3D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7A00AB-E8FA-082D-DD4A-7B683A9CEE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D12F3-F8C2-312D-C5AC-3837BF01C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DC02B-D1A4-0A8E-939B-71E29E079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6EFC-C100-4B10-861C-C1DB67FD09B2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38B91-DAF0-DFE8-A147-06A82EF00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3B76A-000B-58C5-2A05-D85E0733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23795-67B1-4B32-BCCB-9895D64EC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498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763E8-F253-D837-821B-D277C6477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D6F62-3FFA-B5E1-CD39-36907BF43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DAD53-AE67-13ED-52D4-CEBEA8BB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6EFC-C100-4B10-861C-C1DB67FD09B2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1D727-4E12-4B17-1A5C-746CC7C2C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F2701-8FFB-A6B5-F580-1A054217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23795-67B1-4B32-BCCB-9895D64EC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9671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49218D-4832-8F81-83EF-DD12E5341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EE319-6DB7-027F-7A8C-E78AE9E3D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EC66E-F913-EFFE-1672-4F38DE91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6EFC-C100-4B10-861C-C1DB67FD09B2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523E9-0049-FDF7-DF25-C710BBF5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00C64-80FA-66BB-44DE-EA84E13F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23795-67B1-4B32-BCCB-9895D64EC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1109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0698B1-69AC-4AA6-89E2-9B1CF11A9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6C050-2B99-3AB4-4E20-C3548382E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37DCC-7628-CA5E-DEED-AC6D313B5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F6EFC-C100-4B10-861C-C1DB67FD09B2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9B256-1876-708A-AFE2-2FB3F500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05E3A-499D-E99B-2624-D2ECB4B8D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23795-67B1-4B32-BCCB-9895D64EC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8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BC65D13-412D-9451-4583-ABC3F0736C38}"/>
              </a:ext>
            </a:extLst>
          </p:cNvPr>
          <p:cNvSpPr/>
          <p:nvPr/>
        </p:nvSpPr>
        <p:spPr>
          <a:xfrm>
            <a:off x="338329" y="320040"/>
            <a:ext cx="5532120" cy="58521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986015-2B40-5588-BBD1-0DDB1ABA0677}"/>
              </a:ext>
            </a:extLst>
          </p:cNvPr>
          <p:cNvSpPr/>
          <p:nvPr/>
        </p:nvSpPr>
        <p:spPr>
          <a:xfrm>
            <a:off x="5871972" y="316593"/>
            <a:ext cx="5532120" cy="58521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2561A74-AE9C-BC6C-A863-41DA26103EF6}"/>
              </a:ext>
            </a:extLst>
          </p:cNvPr>
          <p:cNvGrpSpPr/>
          <p:nvPr/>
        </p:nvGrpSpPr>
        <p:grpSpPr>
          <a:xfrm>
            <a:off x="4370832" y="5184836"/>
            <a:ext cx="3069862" cy="1011963"/>
            <a:chOff x="4370832" y="5184836"/>
            <a:chExt cx="3069862" cy="101196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34B8BAC-AF57-9BD6-B69A-66CD85335867}"/>
                </a:ext>
              </a:extLst>
            </p:cNvPr>
            <p:cNvGrpSpPr/>
            <p:nvPr/>
          </p:nvGrpSpPr>
          <p:grpSpPr>
            <a:xfrm>
              <a:off x="5915359" y="5195856"/>
              <a:ext cx="1525335" cy="1000943"/>
              <a:chOff x="6216301" y="5107937"/>
              <a:chExt cx="1525335" cy="1000943"/>
            </a:xfrm>
          </p:grpSpPr>
          <p:pic>
            <p:nvPicPr>
              <p:cNvPr id="11" name="Picture 10" descr="A screenshot of a video game&#10;&#10;AI-generated content may be incorrect.">
                <a:extLst>
                  <a:ext uri="{FF2B5EF4-FFF2-40B4-BE49-F238E27FC236}">
                    <a16:creationId xmlns:a16="http://schemas.microsoft.com/office/drawing/2014/main" id="{C1421D76-A52A-9E82-3038-78BDA5B29D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3078" t="84978" r="4813" b="1540"/>
              <a:stretch>
                <a:fillRect/>
              </a:stretch>
            </p:blipFill>
            <p:spPr>
              <a:xfrm>
                <a:off x="6216301" y="5124962"/>
                <a:ext cx="215837" cy="983918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FD88907-6AE7-E1A1-7AA6-3A8FC8E7368E}"/>
                  </a:ext>
                </a:extLst>
              </p:cNvPr>
              <p:cNvSpPr txBox="1"/>
              <p:nvPr/>
            </p:nvSpPr>
            <p:spPr>
              <a:xfrm>
                <a:off x="6351843" y="5107937"/>
                <a:ext cx="1389793" cy="974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CA" sz="1000" b="1" dirty="0">
                    <a:latin typeface="Arial Nova" panose="020B0504020202020204" pitchFamily="34" charset="0"/>
                  </a:rPr>
                  <a:t>Dew Line Road</a:t>
                </a:r>
              </a:p>
              <a:p>
                <a:pPr>
                  <a:lnSpc>
                    <a:spcPts val="1400"/>
                  </a:lnSpc>
                </a:pPr>
                <a:r>
                  <a:rPr lang="en-CA" sz="1000" b="1" dirty="0">
                    <a:latin typeface="Arial Nova" panose="020B0504020202020204" pitchFamily="34" charset="0"/>
                  </a:rPr>
                  <a:t>Freshwater River</a:t>
                </a:r>
              </a:p>
              <a:p>
                <a:pPr>
                  <a:lnSpc>
                    <a:spcPts val="1400"/>
                  </a:lnSpc>
                </a:pPr>
                <a:r>
                  <a:rPr lang="en-CA" sz="1000" b="1" dirty="0">
                    <a:latin typeface="Arial Nova" panose="020B0504020202020204" pitchFamily="34" charset="0"/>
                  </a:rPr>
                  <a:t>Grenier Lake</a:t>
                </a:r>
              </a:p>
              <a:p>
                <a:pPr>
                  <a:lnSpc>
                    <a:spcPts val="1400"/>
                  </a:lnSpc>
                </a:pPr>
                <a:r>
                  <a:rPr lang="en-CA" sz="1000" b="1" dirty="0">
                    <a:latin typeface="Arial Nova" panose="020B0504020202020204" pitchFamily="34" charset="0"/>
                  </a:rPr>
                  <a:t>Long Point Creek</a:t>
                </a:r>
              </a:p>
              <a:p>
                <a:pPr>
                  <a:lnSpc>
                    <a:spcPts val="1400"/>
                  </a:lnSpc>
                </a:pPr>
                <a:r>
                  <a:rPr lang="en-CA" sz="1000" b="1" dirty="0">
                    <a:latin typeface="Arial Nova" panose="020B0504020202020204" pitchFamily="34" charset="0"/>
                  </a:rPr>
                  <a:t>Gravel Pit  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A2C8B08-3D9A-46A1-D586-533BB250BC36}"/>
                </a:ext>
              </a:extLst>
            </p:cNvPr>
            <p:cNvGrpSpPr/>
            <p:nvPr/>
          </p:nvGrpSpPr>
          <p:grpSpPr>
            <a:xfrm>
              <a:off x="4462703" y="5251966"/>
              <a:ext cx="1389793" cy="802588"/>
              <a:chOff x="5974080" y="4420246"/>
              <a:chExt cx="1389793" cy="80258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66B8A41-AC2D-F808-1651-03921DE24379}"/>
                  </a:ext>
                </a:extLst>
              </p:cNvPr>
              <p:cNvGrpSpPr/>
              <p:nvPr/>
            </p:nvGrpSpPr>
            <p:grpSpPr>
              <a:xfrm>
                <a:off x="6432138" y="4680125"/>
                <a:ext cx="792862" cy="542709"/>
                <a:chOff x="6506719" y="4899581"/>
                <a:chExt cx="792862" cy="54270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FFFCCF87-FE36-DDDB-C619-6613884AAC7D}"/>
                    </a:ext>
                  </a:extLst>
                </p:cNvPr>
                <p:cNvGrpSpPr/>
                <p:nvPr/>
              </p:nvGrpSpPr>
              <p:grpSpPr>
                <a:xfrm>
                  <a:off x="6506719" y="4899581"/>
                  <a:ext cx="337565" cy="325618"/>
                  <a:chOff x="6506719" y="4899581"/>
                  <a:chExt cx="337565" cy="325618"/>
                </a:xfrm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AC2DE805-5FE4-FA1E-D6F9-06F5830881F0}"/>
                      </a:ext>
                    </a:extLst>
                  </p:cNvPr>
                  <p:cNvGrpSpPr/>
                  <p:nvPr/>
                </p:nvGrpSpPr>
                <p:grpSpPr>
                  <a:xfrm>
                    <a:off x="6521196" y="4910328"/>
                    <a:ext cx="323088" cy="314871"/>
                    <a:chOff x="6702550" y="4882896"/>
                    <a:chExt cx="323088" cy="314871"/>
                  </a:xfrm>
                </p:grpSpPr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CFDD2860-CADC-E6B6-CF5E-3C4DCA4053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2550" y="4882896"/>
                      <a:ext cx="323088" cy="310896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/>
                    </a:p>
                  </p:txBody>
                </p:sp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D7A858D6-AEF0-3D52-B8C9-78DBBFFAB7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3134" y="5088039"/>
                      <a:ext cx="121920" cy="109728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/>
                    </a:p>
                  </p:txBody>
                </p:sp>
              </p:grp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7D22E89C-B19C-617B-9D5D-CFE122DF61EA}"/>
                      </a:ext>
                    </a:extLst>
                  </p:cNvPr>
                  <p:cNvSpPr txBox="1"/>
                  <p:nvPr/>
                </p:nvSpPr>
                <p:spPr>
                  <a:xfrm>
                    <a:off x="6506719" y="4899581"/>
                    <a:ext cx="337565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CA" sz="1100" dirty="0"/>
                      <a:t>10</a:t>
                    </a:r>
                  </a:p>
                </p:txBody>
              </p: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7BF3CCF-2448-E8DD-7221-A487ECF64CED}"/>
                    </a:ext>
                  </a:extLst>
                </p:cNvPr>
                <p:cNvSpPr txBox="1"/>
                <p:nvPr/>
              </p:nvSpPr>
              <p:spPr>
                <a:xfrm>
                  <a:off x="6558917" y="5180680"/>
                  <a:ext cx="74066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sz="1100" dirty="0"/>
                    <a:t>1</a:t>
                  </a: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6392863-3300-DB4A-51F0-700AA5D4D055}"/>
                  </a:ext>
                </a:extLst>
              </p:cNvPr>
              <p:cNvSpPr txBox="1"/>
              <p:nvPr/>
            </p:nvSpPr>
            <p:spPr>
              <a:xfrm>
                <a:off x="5974080" y="4420246"/>
                <a:ext cx="1389793" cy="255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CA" sz="1000" b="1" dirty="0">
                    <a:latin typeface="Arial Nova" panose="020B0504020202020204" pitchFamily="34" charset="0"/>
                  </a:rPr>
                  <a:t>Number of Samples 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845A1CE-4C15-916E-4DE1-2D463EB4A4E2}"/>
                </a:ext>
              </a:extLst>
            </p:cNvPr>
            <p:cNvSpPr/>
            <p:nvPr/>
          </p:nvSpPr>
          <p:spPr>
            <a:xfrm>
              <a:off x="4370832" y="5184836"/>
              <a:ext cx="1499952" cy="9839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F4849D9-CEC7-2CD4-EEC0-B478AF64E5C4}"/>
                </a:ext>
              </a:extLst>
            </p:cNvPr>
            <p:cNvSpPr/>
            <p:nvPr/>
          </p:nvSpPr>
          <p:spPr>
            <a:xfrm>
              <a:off x="5870449" y="5188282"/>
              <a:ext cx="1499952" cy="9839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1576AAE-431D-28C7-E376-B5FB515FD1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80"/>
          <a:stretch>
            <a:fillRect/>
          </a:stretch>
        </p:blipFill>
        <p:spPr>
          <a:xfrm rot="1917457">
            <a:off x="-925177" y="139048"/>
            <a:ext cx="6836367" cy="6232657"/>
          </a:xfrm>
          <a:prstGeom prst="rect">
            <a:avLst/>
          </a:prstGeom>
        </p:spPr>
      </p:pic>
      <p:pic>
        <p:nvPicPr>
          <p:cNvPr id="15" name="Picture 14" descr="A screenshot of a game&#10;&#10;AI-generated content may be incorrect.">
            <a:extLst>
              <a:ext uri="{FF2B5EF4-FFF2-40B4-BE49-F238E27FC236}">
                <a16:creationId xmlns:a16="http://schemas.microsoft.com/office/drawing/2014/main" id="{B25A9D06-A139-DAD4-95F2-839A150EB6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96"/>
          <a:stretch>
            <a:fillRect/>
          </a:stretch>
        </p:blipFill>
        <p:spPr>
          <a:xfrm rot="17691627">
            <a:off x="5515376" y="633012"/>
            <a:ext cx="6245312" cy="697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99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6321765-0528-BCE5-61A1-0BF9179C9BA6}"/>
              </a:ext>
            </a:extLst>
          </p:cNvPr>
          <p:cNvGrpSpPr/>
          <p:nvPr/>
        </p:nvGrpSpPr>
        <p:grpSpPr>
          <a:xfrm>
            <a:off x="1581912" y="4379707"/>
            <a:ext cx="3069862" cy="985526"/>
            <a:chOff x="4370832" y="5184379"/>
            <a:chExt cx="3069862" cy="98552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00402F6-E07E-4185-DEF4-733A373BA242}"/>
                </a:ext>
              </a:extLst>
            </p:cNvPr>
            <p:cNvGrpSpPr/>
            <p:nvPr/>
          </p:nvGrpSpPr>
          <p:grpSpPr>
            <a:xfrm>
              <a:off x="5915359" y="5195856"/>
              <a:ext cx="1525335" cy="974049"/>
              <a:chOff x="6216301" y="5107937"/>
              <a:chExt cx="1525335" cy="974049"/>
            </a:xfrm>
          </p:grpSpPr>
          <p:pic>
            <p:nvPicPr>
              <p:cNvPr id="33" name="Picture 32" descr="A screenshot of a video game&#10;&#10;AI-generated content may be incorrect.">
                <a:extLst>
                  <a:ext uri="{FF2B5EF4-FFF2-40B4-BE49-F238E27FC236}">
                    <a16:creationId xmlns:a16="http://schemas.microsoft.com/office/drawing/2014/main" id="{06D7665C-08A2-AC43-5067-F124F0E8F4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3078" t="84978" r="4436" b="4699"/>
              <a:stretch>
                <a:fillRect/>
              </a:stretch>
            </p:blipFill>
            <p:spPr>
              <a:xfrm>
                <a:off x="6216301" y="5124962"/>
                <a:ext cx="254435" cy="753338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D9B364B-164B-8F14-6423-DF7597D5F41B}"/>
                  </a:ext>
                </a:extLst>
              </p:cNvPr>
              <p:cNvSpPr txBox="1"/>
              <p:nvPr/>
            </p:nvSpPr>
            <p:spPr>
              <a:xfrm>
                <a:off x="6351843" y="5107937"/>
                <a:ext cx="1389793" cy="974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CA" sz="1000" b="1" dirty="0">
                    <a:latin typeface="Arial Nova" panose="020B0504020202020204" pitchFamily="34" charset="0"/>
                  </a:rPr>
                  <a:t>Dew Line Road</a:t>
                </a:r>
              </a:p>
              <a:p>
                <a:pPr>
                  <a:lnSpc>
                    <a:spcPts val="1400"/>
                  </a:lnSpc>
                </a:pPr>
                <a:r>
                  <a:rPr lang="en-CA" sz="1000" b="1" dirty="0">
                    <a:latin typeface="Arial Nova" panose="020B0504020202020204" pitchFamily="34" charset="0"/>
                  </a:rPr>
                  <a:t>Freshwater River</a:t>
                </a:r>
              </a:p>
              <a:p>
                <a:pPr>
                  <a:lnSpc>
                    <a:spcPts val="1400"/>
                  </a:lnSpc>
                </a:pPr>
                <a:r>
                  <a:rPr lang="en-CA" sz="1000" b="1" dirty="0">
                    <a:latin typeface="Arial Nova" panose="020B0504020202020204" pitchFamily="34" charset="0"/>
                  </a:rPr>
                  <a:t>Grenier Lake </a:t>
                </a:r>
              </a:p>
              <a:p>
                <a:pPr>
                  <a:lnSpc>
                    <a:spcPts val="1400"/>
                  </a:lnSpc>
                </a:pPr>
                <a:r>
                  <a:rPr lang="en-CA" sz="1000" b="1" dirty="0">
                    <a:latin typeface="Arial Nova" panose="020B0504020202020204" pitchFamily="34" charset="0"/>
                  </a:rPr>
                  <a:t>Long Point Creek</a:t>
                </a:r>
              </a:p>
              <a:p>
                <a:pPr>
                  <a:lnSpc>
                    <a:spcPts val="1400"/>
                  </a:lnSpc>
                </a:pPr>
                <a:endParaRPr lang="en-CA" sz="1000" b="1" dirty="0">
                  <a:latin typeface="Arial Nova" panose="020B0504020202020204" pitchFamily="34" charset="0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153D85-154C-7242-C059-8855569A0244}"/>
                </a:ext>
              </a:extLst>
            </p:cNvPr>
            <p:cNvGrpSpPr/>
            <p:nvPr/>
          </p:nvGrpSpPr>
          <p:grpSpPr>
            <a:xfrm>
              <a:off x="4462703" y="5251966"/>
              <a:ext cx="1389793" cy="802588"/>
              <a:chOff x="5974080" y="4420246"/>
              <a:chExt cx="1389793" cy="802588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21A3A8B-357F-E3BD-9C7D-B7E8CD06E0B3}"/>
                  </a:ext>
                </a:extLst>
              </p:cNvPr>
              <p:cNvGrpSpPr/>
              <p:nvPr/>
            </p:nvGrpSpPr>
            <p:grpSpPr>
              <a:xfrm>
                <a:off x="6432138" y="4680125"/>
                <a:ext cx="792862" cy="542709"/>
                <a:chOff x="6506719" y="4899581"/>
                <a:chExt cx="792862" cy="542709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AD7FE697-6E2B-8D46-341D-BD79D49524F7}"/>
                    </a:ext>
                  </a:extLst>
                </p:cNvPr>
                <p:cNvGrpSpPr/>
                <p:nvPr/>
              </p:nvGrpSpPr>
              <p:grpSpPr>
                <a:xfrm>
                  <a:off x="6506719" y="4899581"/>
                  <a:ext cx="337565" cy="325618"/>
                  <a:chOff x="6506719" y="4899581"/>
                  <a:chExt cx="337565" cy="325618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6A8E76D7-1B7F-8BB0-5015-A5CF0B3B00AB}"/>
                      </a:ext>
                    </a:extLst>
                  </p:cNvPr>
                  <p:cNvGrpSpPr/>
                  <p:nvPr/>
                </p:nvGrpSpPr>
                <p:grpSpPr>
                  <a:xfrm>
                    <a:off x="6521196" y="4910328"/>
                    <a:ext cx="323088" cy="314871"/>
                    <a:chOff x="6702550" y="4882896"/>
                    <a:chExt cx="323088" cy="314871"/>
                  </a:xfrm>
                </p:grpSpPr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3A87F7C9-2585-E826-FF4C-26CD5E5FD3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2550" y="4882896"/>
                      <a:ext cx="323088" cy="310896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/>
                    </a:p>
                  </p:txBody>
                </p: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A2A09F11-6B7E-82FB-B006-23AE85CB0A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3134" y="5088039"/>
                      <a:ext cx="121920" cy="109728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CA"/>
                    </a:p>
                  </p:txBody>
                </p:sp>
              </p:grp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7953B5CA-7439-A0B9-A1C0-1C384F81654C}"/>
                      </a:ext>
                    </a:extLst>
                  </p:cNvPr>
                  <p:cNvSpPr txBox="1"/>
                  <p:nvPr/>
                </p:nvSpPr>
                <p:spPr>
                  <a:xfrm>
                    <a:off x="6506719" y="4899581"/>
                    <a:ext cx="337565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CA" sz="1100" dirty="0"/>
                      <a:t>10</a:t>
                    </a:r>
                  </a:p>
                </p:txBody>
              </p:sp>
            </p:grp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5497B4F-99F6-F153-2CF7-034C1F15F061}"/>
                    </a:ext>
                  </a:extLst>
                </p:cNvPr>
                <p:cNvSpPr txBox="1"/>
                <p:nvPr/>
              </p:nvSpPr>
              <p:spPr>
                <a:xfrm>
                  <a:off x="6558917" y="5180680"/>
                  <a:ext cx="74066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sz="1100" dirty="0"/>
                    <a:t>1</a:t>
                  </a:r>
                </a:p>
              </p:txBody>
            </p: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B22590C-4848-1A2D-48EB-6FC706CE4C32}"/>
                  </a:ext>
                </a:extLst>
              </p:cNvPr>
              <p:cNvSpPr txBox="1"/>
              <p:nvPr/>
            </p:nvSpPr>
            <p:spPr>
              <a:xfrm>
                <a:off x="5974080" y="4420246"/>
                <a:ext cx="1389793" cy="255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CA" sz="1000" b="1" dirty="0">
                    <a:latin typeface="Arial Nova" panose="020B0504020202020204" pitchFamily="34" charset="0"/>
                  </a:rPr>
                  <a:t>Number of Samples </a:t>
                </a: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65F9C4B-DAE5-AE19-A79F-44D32398A7BF}"/>
                </a:ext>
              </a:extLst>
            </p:cNvPr>
            <p:cNvSpPr/>
            <p:nvPr/>
          </p:nvSpPr>
          <p:spPr>
            <a:xfrm>
              <a:off x="4370832" y="5184379"/>
              <a:ext cx="1499952" cy="8662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28FF2A-E4F8-7A01-E496-5C7F0D4D064C}"/>
                </a:ext>
              </a:extLst>
            </p:cNvPr>
            <p:cNvSpPr/>
            <p:nvPr/>
          </p:nvSpPr>
          <p:spPr>
            <a:xfrm>
              <a:off x="5870449" y="5188282"/>
              <a:ext cx="1499952" cy="8662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8" name="Picture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20548248-C67C-9581-0663-FA4000EBF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37" r="14007"/>
          <a:stretch>
            <a:fillRect/>
          </a:stretch>
        </p:blipFill>
        <p:spPr>
          <a:xfrm>
            <a:off x="431242" y="990022"/>
            <a:ext cx="5822067" cy="403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58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ABF625C-B335-6246-12A4-A9E3E1EDD9A4}"/>
              </a:ext>
            </a:extLst>
          </p:cNvPr>
          <p:cNvGrpSpPr/>
          <p:nvPr/>
        </p:nvGrpSpPr>
        <p:grpSpPr>
          <a:xfrm>
            <a:off x="317500" y="2531209"/>
            <a:ext cx="2717799" cy="1522952"/>
            <a:chOff x="6169991" y="1027906"/>
            <a:chExt cx="1884473" cy="156457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FCB1D55-A848-19D4-9BEE-F08AD9FC0A93}"/>
                </a:ext>
              </a:extLst>
            </p:cNvPr>
            <p:cNvGrpSpPr/>
            <p:nvPr/>
          </p:nvGrpSpPr>
          <p:grpSpPr>
            <a:xfrm>
              <a:off x="6169991" y="1027906"/>
              <a:ext cx="1884473" cy="1564576"/>
              <a:chOff x="1895883" y="2536425"/>
              <a:chExt cx="1884473" cy="1564576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047B134-0684-B0A8-CD62-C8525003BE2D}"/>
                  </a:ext>
                </a:extLst>
              </p:cNvPr>
              <p:cNvGrpSpPr/>
              <p:nvPr/>
            </p:nvGrpSpPr>
            <p:grpSpPr>
              <a:xfrm>
                <a:off x="1956007" y="2861092"/>
                <a:ext cx="1525335" cy="1201516"/>
                <a:chOff x="6216301" y="5107984"/>
                <a:chExt cx="1525335" cy="1201516"/>
              </a:xfrm>
            </p:grpSpPr>
            <p:pic>
              <p:nvPicPr>
                <p:cNvPr id="7" name="Picture 6" descr="A screenshot of a video game&#10;&#10;AI-generated content may be incorrect.">
                  <a:extLst>
                    <a:ext uri="{FF2B5EF4-FFF2-40B4-BE49-F238E27FC236}">
                      <a16:creationId xmlns:a16="http://schemas.microsoft.com/office/drawing/2014/main" id="{9DAC00BC-BD4A-E0F5-7233-6B9B2989C9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3078" t="84978" r="4813" b="1540"/>
                <a:stretch>
                  <a:fillRect/>
                </a:stretch>
              </p:blipFill>
              <p:spPr>
                <a:xfrm>
                  <a:off x="6216301" y="5124962"/>
                  <a:ext cx="215837" cy="983918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9D3DD91-196C-2253-0786-4A1F12FFE58D}"/>
                    </a:ext>
                  </a:extLst>
                </p:cNvPr>
                <p:cNvSpPr txBox="1"/>
                <p:nvPr/>
              </p:nvSpPr>
              <p:spPr>
                <a:xfrm>
                  <a:off x="6351843" y="5107984"/>
                  <a:ext cx="1389793" cy="12015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1400"/>
                    </a:lnSpc>
                  </a:pPr>
                  <a:r>
                    <a:rPr lang="en-CA" sz="1400" b="1" dirty="0">
                      <a:latin typeface="Arial Nova" panose="020B0504020202020204" pitchFamily="34" charset="0"/>
                    </a:rPr>
                    <a:t>Dew Line Road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n-CA" sz="1400" b="1" dirty="0">
                      <a:latin typeface="Arial Nova" panose="020B0504020202020204" pitchFamily="34" charset="0"/>
                    </a:rPr>
                    <a:t>Freshwater River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n-CA" sz="1400" b="1" dirty="0">
                      <a:latin typeface="Arial Nova" panose="020B0504020202020204" pitchFamily="34" charset="0"/>
                    </a:rPr>
                    <a:t>Grenier Lake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n-CA" sz="1400" b="1" dirty="0">
                      <a:latin typeface="Arial Nova" panose="020B0504020202020204" pitchFamily="34" charset="0"/>
                    </a:rPr>
                    <a:t>Long Point Creek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n-CA" sz="1400" b="1" dirty="0">
                      <a:latin typeface="Arial Nova" panose="020B0504020202020204" pitchFamily="34" charset="0"/>
                    </a:rPr>
                    <a:t>Gravel Pit  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n-CA" sz="1400" b="1" dirty="0">
                      <a:latin typeface="Arial Nova" panose="020B0504020202020204" pitchFamily="34" charset="0"/>
                    </a:rPr>
                    <a:t>Outgroup Root</a:t>
                  </a:r>
                </a:p>
              </p:txBody>
            </p: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2A1E9D3-2CAC-01BA-E65F-A2DA05473C39}"/>
                  </a:ext>
                </a:extLst>
              </p:cNvPr>
              <p:cNvSpPr/>
              <p:nvPr/>
            </p:nvSpPr>
            <p:spPr>
              <a:xfrm>
                <a:off x="1910286" y="2536425"/>
                <a:ext cx="1646729" cy="156457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80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4CD6457-7703-9FC7-052B-140CB41BC429}"/>
                  </a:ext>
                </a:extLst>
              </p:cNvPr>
              <p:cNvSpPr txBox="1"/>
              <p:nvPr/>
            </p:nvSpPr>
            <p:spPr>
              <a:xfrm>
                <a:off x="1895883" y="2541909"/>
                <a:ext cx="1884473" cy="411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2000" b="1" dirty="0"/>
                  <a:t>Sampling location</a:t>
                </a:r>
              </a:p>
            </p:txBody>
          </p: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E2FF673-9A98-C3E8-3AD3-B39CD053EDFE}"/>
                </a:ext>
              </a:extLst>
            </p:cNvPr>
            <p:cNvSpPr/>
            <p:nvPr/>
          </p:nvSpPr>
          <p:spPr>
            <a:xfrm>
              <a:off x="6267502" y="2320410"/>
              <a:ext cx="135613" cy="132139"/>
            </a:xfrm>
            <a:prstGeom prst="ellipse">
              <a:avLst/>
            </a:prstGeom>
            <a:solidFill>
              <a:srgbClr val="7F7F7F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800"/>
            </a:p>
          </p:txBody>
        </p:sp>
      </p:grpSp>
      <p:pic>
        <p:nvPicPr>
          <p:cNvPr id="3" name="Picture 2" descr="A graph of a sampling location&#10;&#10;AI-generated content may be incorrect.">
            <a:extLst>
              <a:ext uri="{FF2B5EF4-FFF2-40B4-BE49-F238E27FC236}">
                <a16:creationId xmlns:a16="http://schemas.microsoft.com/office/drawing/2014/main" id="{93094F10-EF6C-BF2B-29DB-1F507329F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181" b="6711"/>
          <a:stretch>
            <a:fillRect/>
          </a:stretch>
        </p:blipFill>
        <p:spPr>
          <a:xfrm>
            <a:off x="2768621" y="212523"/>
            <a:ext cx="4662081" cy="614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437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different species of land&#10;&#10;AI-generated content may be incorrect.">
            <a:extLst>
              <a:ext uri="{FF2B5EF4-FFF2-40B4-BE49-F238E27FC236}">
                <a16:creationId xmlns:a16="http://schemas.microsoft.com/office/drawing/2014/main" id="{77F17B78-C9D0-E45A-B2FA-A43E70ED5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5" y="2057397"/>
            <a:ext cx="4572009" cy="27432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691CB0-B916-11E3-3FB3-FEF16F63B5E0}"/>
              </a:ext>
            </a:extLst>
          </p:cNvPr>
          <p:cNvSpPr txBox="1"/>
          <p:nvPr/>
        </p:nvSpPr>
        <p:spPr>
          <a:xfrm>
            <a:off x="5476875" y="3429000"/>
            <a:ext cx="44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**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0A1A7-3B80-B36E-0A83-CA83ACD24DD3}"/>
              </a:ext>
            </a:extLst>
          </p:cNvPr>
          <p:cNvSpPr txBox="1"/>
          <p:nvPr/>
        </p:nvSpPr>
        <p:spPr>
          <a:xfrm>
            <a:off x="6829425" y="2905125"/>
            <a:ext cx="44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724054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diagram&#10;&#10;AI-generated content may be incorrect.">
            <a:extLst>
              <a:ext uri="{FF2B5EF4-FFF2-40B4-BE49-F238E27FC236}">
                <a16:creationId xmlns:a16="http://schemas.microsoft.com/office/drawing/2014/main" id="{B6B9FB58-D19E-E315-D735-37B2FA3E8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73" y="590309"/>
            <a:ext cx="10764453" cy="538222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D34A9F5-606C-2D8D-720E-8558AB7AE20E}"/>
              </a:ext>
            </a:extLst>
          </p:cNvPr>
          <p:cNvSpPr/>
          <p:nvPr/>
        </p:nvSpPr>
        <p:spPr>
          <a:xfrm>
            <a:off x="4132162" y="5440101"/>
            <a:ext cx="7697165" cy="532435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438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50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Arial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Shauna Dworatzek</dc:creator>
  <cp:lastModifiedBy>Shauna Dworatzek</cp:lastModifiedBy>
  <cp:revision>1</cp:revision>
  <dcterms:created xsi:type="dcterms:W3CDTF">2025-06-09T14:08:54Z</dcterms:created>
  <dcterms:modified xsi:type="dcterms:W3CDTF">2025-06-16T18:57:57Z</dcterms:modified>
</cp:coreProperties>
</file>